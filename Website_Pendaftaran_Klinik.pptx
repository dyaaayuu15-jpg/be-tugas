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dan Perancangan Website Pendaftaran Klinik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Disusun oleh: dya ayu nurul zanah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Banyak klinik masih menggunakan pendaftaran manual.</a:t>
            </a:r>
          </a:p>
          <a:p>
            <a:r>
              <a:t>• Antrian panjang dan proses lambat.</a:t>
            </a:r>
          </a:p>
          <a:p>
            <a:r>
              <a:t>• Dibutuhkan sistem pendaftaran online.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Rumusan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Cara membuat sistem pendaftaran yang efisien.</a:t>
            </a:r>
          </a:p>
          <a:p>
            <a:r>
              <a:t>• Fitur yang dibutuhkan.</a:t>
            </a:r>
          </a:p>
          <a:p>
            <a:r>
              <a:t>• Proses kerja website pendaftaran.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Menganalisis kebutuhan pengguna.</a:t>
            </a:r>
          </a:p>
          <a:p>
            <a:r>
              <a:t>• Merancang website pendaftaran.</a:t>
            </a:r>
          </a:p>
          <a:p>
            <a:r>
              <a:t>• Meningkatkan kecepatan layanan.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Kebutuhan Pengguna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Pengguna:</a:t>
            </a:r>
          </a:p>
          <a:p>
            <a:r>
              <a:t>• Pasien</a:t>
            </a:r>
          </a:p>
          <a:p>
            <a:r>
              <a:t>• Admin Klinik</a:t>
            </a:r>
          </a:p>
          <a:p>
            <a:r>
              <a:t>Kebutuhan:</a:t>
            </a:r>
          </a:p>
          <a:p>
            <a:r>
              <a:t>• Pendaftaran online</a:t>
            </a:r>
          </a:p>
          <a:p>
            <a:r>
              <a:t>• Melihat jadwal dokter</a:t>
            </a:r>
          </a:p>
          <a:p>
            <a:r>
              <a:t>• Pengelolaan data pasien &amp; jadwal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Kebutuhan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data pasien, poli, jadwal dokter.</a:t>
            </a:r>
          </a:p>
          <a:p>
            <a:r>
              <a:t>Proses: validasi, simpan database, nomor antrean.</a:t>
            </a:r>
          </a:p>
          <a:p>
            <a:r>
              <a:t>Output: bukti pendaftaran, laporan 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Utama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 pendaftaran</a:t>
            </a:r>
          </a:p>
          <a:p>
            <a:r>
              <a:t>• Login admin</a:t>
            </a:r>
          </a:p>
          <a:p>
            <a:r>
              <a:t>• Manajemen pasien</a:t>
            </a:r>
          </a:p>
          <a:p>
            <a:r>
              <a:t>• Manajemen jadwal dokter</a:t>
            </a:r>
          </a:p>
          <a:p>
            <a:r>
              <a:t>• Nomor antrean otomatis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Proses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Pasien buka website</a:t>
            </a:r>
          </a:p>
          <a:p>
            <a:r>
              <a:t>2. Isi formulir</a:t>
            </a:r>
          </a:p>
          <a:p>
            <a:r>
              <a:t>3. Sistem validasi data</a:t>
            </a:r>
          </a:p>
          <a:p>
            <a:r>
              <a:t>4. Simpan database</a:t>
            </a:r>
          </a:p>
          <a:p>
            <a:r>
              <a:t>5. Nomor antrean diberikan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Teknologi yang Digunakan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HTML, CSS, JS</a:t>
            </a:r>
          </a:p>
          <a:p>
            <a:r>
              <a:t>• PHP / Laravel</a:t>
            </a:r>
          </a:p>
          <a:p>
            <a:r>
              <a:t>• MySQL</a:t>
            </a:r>
          </a:p>
          <a:p>
            <a:r>
              <a:t>• XAMPP / Hosting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Website membantu percepatan layanan.</a:t>
            </a:r>
          </a:p>
          <a:p>
            <a:r>
              <a:t>• Mempermudah pasien &amp; admin.</a:t>
            </a:r>
          </a:p>
          <a:p>
            <a:r>
              <a:t>• Sistem mudah dikembangkan.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